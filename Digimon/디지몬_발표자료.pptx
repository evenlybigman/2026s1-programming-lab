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8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07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4879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디지</a:t>
            </a:r>
            <a:r>
              <a:rPr lang="ko-KR" altLang="en-US" sz="8000" b="1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1664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육성 시뮬레이션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</a:t>
            </a:r>
            <a:endParaRPr lang="en-US" alt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2128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/ X / C   : 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alt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8257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alt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78257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 err="1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 err="1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 err="1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</a:t>
            </a:r>
            <a:endParaRPr lang="en-US" alt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05175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alt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30517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먹이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배틀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청소</a:t>
            </a:r>
            <a:endParaRPr lang="en-US" alt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0F0E17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콘셉트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▸ </a:t>
            </a:r>
            <a:r>
              <a:rPr lang="ko-KR" alt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 구현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오프라인 </a:t>
            </a:r>
            <a:r>
              <a:rPr lang="en-US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경과</a:t>
            </a: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반영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altLang="ko-KR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</a:t>
            </a:r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방식에</a:t>
            </a:r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따</a:t>
            </a:r>
            <a:r>
              <a:rPr lang="ko-KR" alt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른 다양한 진화 루트</a:t>
            </a:r>
            <a:endParaRPr lang="en-US" alt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ko-KR" alt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애니메이션</a:t>
            </a:r>
            <a:endParaRPr lang="en-US" sz="13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73536464-7D1C-3686-45EF-9A73A17E99C4}"/>
              </a:ext>
            </a:extLst>
          </p:cNvPr>
          <p:cNvSpPr/>
          <p:nvPr/>
        </p:nvSpPr>
        <p:spPr>
          <a:xfrm>
            <a:off x="548640" y="3874897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</a:t>
            </a:r>
            <a:endParaRPr lang="en-US" sz="13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F97F70C5-C36C-EA69-EE64-9A8F5E63D37C}"/>
              </a:ext>
            </a:extLst>
          </p:cNvPr>
          <p:cNvSpPr/>
          <p:nvPr/>
        </p:nvSpPr>
        <p:spPr>
          <a:xfrm>
            <a:off x="1828800" y="3874897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Monster Ver.20th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시스템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4389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관리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배고픔 (0~4)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근력 (0~4)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체중 / 나이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(배틀 파워)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케어미스 카운트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4325112"/>
            <a:ext cx="2514600" cy="32004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무응답 → 케어미스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172968" y="960120"/>
            <a:ext cx="2697480" cy="438912"/>
          </a:xfrm>
          <a:prstGeom prst="rect">
            <a:avLst/>
          </a:prstGeom>
          <a:solidFill>
            <a:srgbClr val="FF6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172968" y="9601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 시스템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15087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18마리 디지몬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10128" y="20025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ko-KR" alt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궁극체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7단계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10128" y="24963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조건별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12개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</a:t>
            </a:r>
            <a:endParaRPr lang="en-US" altLang="ko-KR" sz="1250" dirty="0"/>
          </a:p>
        </p:txBody>
      </p:sp>
      <p:sp>
        <p:nvSpPr>
          <p:cNvPr id="20" name="Shape 18"/>
          <p:cNvSpPr/>
          <p:nvPr/>
        </p:nvSpPr>
        <p:spPr>
          <a:xfrm>
            <a:off x="3264408" y="4325112"/>
            <a:ext cx="2514600" cy="320040"/>
          </a:xfrm>
          <a:prstGeom prst="rect">
            <a:avLst/>
          </a:prstGeom>
          <a:solidFill>
            <a:srgbClr val="FF6B2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64408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12개 진화 경로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25896" y="96012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025896" y="960120"/>
            <a:ext cx="2697480" cy="43891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025896" y="9601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방치 패널티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63056" y="15087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시간 자동 반영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63056" y="20025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배고픔 0 → 12시간 후 사망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63056" y="24963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케어미스 20회 → 사망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63056" y="299008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방치 시 발병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17336" y="4325112"/>
            <a:ext cx="2514600" cy="320040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17336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껐다 켜도 시간은 흐른다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9AB057-1E7F-6A60-1BE2-DFD9054C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087"/>
            <a:ext cx="9144000" cy="399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4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749040" cy="3749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구조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루프 · 입력 처리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digimon.c/h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21854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· 진화 · 사망 로직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ui.c/h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7706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렌더링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sprites.c/h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33558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스프라이트 데이터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9410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anim.c/h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394106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 제어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루프 흐름  (매 1초 틱)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572768"/>
            <a:ext cx="64008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28032" y="1572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감지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· X · C 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075688"/>
            <a:ext cx="64008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20756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update_status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0" y="20756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배고픔 · 근력 · </a:t>
            </a:r>
            <a:r>
              <a:rPr lang="ko-KR" alt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케어미스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578608"/>
            <a:ext cx="64008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28032" y="25786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check_call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0" y="2578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81528"/>
            <a:ext cx="64008" cy="347472"/>
          </a:xfrm>
          <a:prstGeom prst="rect">
            <a:avLst/>
          </a:prstGeom>
          <a:solidFill>
            <a:srgbClr val="FF6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28032" y="3081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check_evolution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3081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 조건 확인 → 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584448"/>
            <a:ext cx="64008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28032" y="35844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check_death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0" y="3584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조건 확인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087368"/>
            <a:ext cx="64008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28032" y="40873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83680" y="4087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스프라이트 · 메뉴 출력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현황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완료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시스템 (배고픔 · 근력 · 체중 · 나이 · DP)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03911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디지몬 데이터 베이스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부상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endParaRPr lang="en-US" alt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04495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스프라이트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</a:t>
            </a:r>
            <a:endParaRPr lang="en-US" altLang="ko-KR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54787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부화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</a:t>
            </a:r>
            <a:endParaRPr lang="en-US" altLang="ko-KR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05079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애니메이션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예정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53619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밥주기 · 훈련 · 청소 · 치료 (C키 동작)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상태보기 화면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272491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/ 불러오기 (오프라인 시간 반영)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331927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시스템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91363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도감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315</Words>
  <Application>Microsoft Office PowerPoint</Application>
  <PresentationFormat>화면 슬라이드 쇼(16:9)</PresentationFormat>
  <Paragraphs>81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디지몽</dc:title>
  <dc:subject>PptxGenJS Presentation</dc:subject>
  <dc:creator>PptxGenJS</dc:creator>
  <cp:lastModifiedBy>주혁 김</cp:lastModifiedBy>
  <cp:revision>20</cp:revision>
  <dcterms:created xsi:type="dcterms:W3CDTF">2026-05-20T16:36:23Z</dcterms:created>
  <dcterms:modified xsi:type="dcterms:W3CDTF">2026-05-20T17:23:09Z</dcterms:modified>
</cp:coreProperties>
</file>